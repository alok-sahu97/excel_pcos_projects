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353" y="4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PCOS Dashboard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 based on cleaned dataset of 541 women</a:t>
            </a:r>
          </a:p>
          <a:p>
            <a:pPr lvl="1"/>
            <a:r>
              <a:t>Focus: Prevalence, metabolic, reproductive, and symptomatic patterns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PCOS Prevalence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PCOS is common among women in reproductive age</a:t>
            </a:r>
          </a:p>
          <a:p>
            <a:pPr lvl="1"/>
            <a:r>
              <a:t>Higher incidence found in young adult women (25-34 years)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Majority fall under Young Adult and Adult groups</a:t>
            </a:r>
          </a:p>
          <a:p>
            <a:pPr lvl="1"/>
            <a:r>
              <a:t>Earlier onset suggests need for routine screening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BMI &amp; Body 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Many PCOS patients are in overweight/obese category</a:t>
            </a:r>
          </a:p>
          <a:p>
            <a:pPr lvl="1"/>
            <a:r>
              <a:t>BMI and metabolic stress linked to PCOS risk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Reproductive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Higher follicle count observed in PCOS patients</a:t>
            </a:r>
          </a:p>
          <a:p>
            <a:pPr lvl="1"/>
            <a:r>
              <a:t>Ultrasound often shows PCO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Symptom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Common symptoms: Weight gain, Hair loss, Pimples, Skin darkening</a:t>
            </a:r>
          </a:p>
          <a:p>
            <a:pPr lvl="1"/>
            <a:r>
              <a:t>Most patients fall into Mild to Moderate severity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Menstrual Health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Cycle irregularity more common among PCOS patients</a:t>
            </a:r>
          </a:p>
          <a:p>
            <a:pPr lvl="1"/>
            <a:r>
              <a:t>Useful for early screening but not sole diagnostic factor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PCOS linked strongly to metabolic and hormonal factors</a:t>
            </a:r>
          </a:p>
          <a:p>
            <a:pPr lvl="1"/>
            <a:r>
              <a:t>Early lifestyle changes can improve long-term health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A8FC8F-3737-7C46-F754-15EB5CE54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804" y="540048"/>
            <a:ext cx="8579404" cy="57686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BMI Comparison</a:t>
            </a:r>
          </a:p>
        </p:txBody>
      </p:sp>
      <p:pic>
        <p:nvPicPr>
          <p:cNvPr id="3" name="Picture 2" descr="chart_bmi_pc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25960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 Group vs PCOS Presence</a:t>
            </a:r>
          </a:p>
        </p:txBody>
      </p:sp>
      <p:pic>
        <p:nvPicPr>
          <p:cNvPr id="3" name="Picture 2" descr="chart_age_pc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81091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Symptoms Distribution</a:t>
            </a:r>
          </a:p>
        </p:txBody>
      </p:sp>
      <p:pic>
        <p:nvPicPr>
          <p:cNvPr id="3" name="Picture 2" descr="chart_sympto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7884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163</Words>
  <Application>Microsoft Office PowerPoint</Application>
  <PresentationFormat>On-screen Show (4:3)</PresentationFormat>
  <Paragraphs>27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PCOS Dashboard Report</vt:lpstr>
      <vt:lpstr>PCOS Prevalence</vt:lpstr>
      <vt:lpstr>Age Distribution</vt:lpstr>
      <vt:lpstr>BMI &amp; Body Composition</vt:lpstr>
      <vt:lpstr>Reproductive Indicators</vt:lpstr>
      <vt:lpstr>Symptom Analysis</vt:lpstr>
      <vt:lpstr>Menstrual Health Patterns</vt:lpstr>
      <vt:lpstr>Conclusion</vt:lpstr>
      <vt:lpstr>PowerPoint Presentation</vt:lpstr>
      <vt:lpstr>BMI Comparison</vt:lpstr>
      <vt:lpstr>Age Group vs PCOS Presence</vt:lpstr>
      <vt:lpstr>Common Symptoms Distribution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Alok Sahu</cp:lastModifiedBy>
  <cp:revision>2</cp:revision>
  <dcterms:created xsi:type="dcterms:W3CDTF">2013-01-27T09:14:16Z</dcterms:created>
  <dcterms:modified xsi:type="dcterms:W3CDTF">2025-11-08T08:31:00Z</dcterms:modified>
  <cp:category/>
</cp:coreProperties>
</file>